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58" r:id="rId4"/>
    <p:sldId id="260" r:id="rId5"/>
    <p:sldId id="262" r:id="rId6"/>
    <p:sldId id="266" r:id="rId7"/>
    <p:sldId id="264" r:id="rId8"/>
    <p:sldId id="261" r:id="rId9"/>
    <p:sldId id="263" r:id="rId10"/>
    <p:sldId id="259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D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E662A-0100-4219-BCF7-67F6784D42BB}" v="6" dt="2020-08-12T02:47:03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주한" userId="c59ba8c0-645e-4048-b675-8e51afd602cc" providerId="ADAL" clId="{A47E662A-0100-4219-BCF7-67F6784D42BB}"/>
    <pc:docChg chg="addSld modSld">
      <pc:chgData name="이주한" userId="c59ba8c0-645e-4048-b675-8e51afd602cc" providerId="ADAL" clId="{A47E662A-0100-4219-BCF7-67F6784D42BB}" dt="2020-08-12T02:47:03.618" v="107"/>
      <pc:docMkLst>
        <pc:docMk/>
      </pc:docMkLst>
      <pc:sldChg chg="modSp mod">
        <pc:chgData name="이주한" userId="c59ba8c0-645e-4048-b675-8e51afd602cc" providerId="ADAL" clId="{A47E662A-0100-4219-BCF7-67F6784D42BB}" dt="2020-08-12T02:22:40.675" v="14" actId="20577"/>
        <pc:sldMkLst>
          <pc:docMk/>
          <pc:sldMk cId="3209012576" sldId="257"/>
        </pc:sldMkLst>
        <pc:spChg chg="mod">
          <ac:chgData name="이주한" userId="c59ba8c0-645e-4048-b675-8e51afd602cc" providerId="ADAL" clId="{A47E662A-0100-4219-BCF7-67F6784D42BB}" dt="2020-08-12T02:22:40.675" v="14" actId="20577"/>
          <ac:spMkLst>
            <pc:docMk/>
            <pc:sldMk cId="3209012576" sldId="257"/>
            <ac:spMk id="7" creationId="{00000000-0000-0000-0000-000000000000}"/>
          </ac:spMkLst>
        </pc:spChg>
      </pc:sldChg>
      <pc:sldChg chg="modSp new mod">
        <pc:chgData name="이주한" userId="c59ba8c0-645e-4048-b675-8e51afd602cc" providerId="ADAL" clId="{A47E662A-0100-4219-BCF7-67F6784D42BB}" dt="2020-08-12T02:47:03.618" v="107"/>
        <pc:sldMkLst>
          <pc:docMk/>
          <pc:sldMk cId="2940059128" sldId="267"/>
        </pc:sldMkLst>
        <pc:spChg chg="mod">
          <ac:chgData name="이주한" userId="c59ba8c0-645e-4048-b675-8e51afd602cc" providerId="ADAL" clId="{A47E662A-0100-4219-BCF7-67F6784D42BB}" dt="2020-08-12T02:47:03.618" v="107"/>
          <ac:spMkLst>
            <pc:docMk/>
            <pc:sldMk cId="2940059128" sldId="267"/>
            <ac:spMk id="3" creationId="{5E2CB1D1-173A-4CF7-93CD-83BDCF2EA4F8}"/>
          </ac:spMkLst>
        </pc:spChg>
      </pc:sldChg>
    </pc:docChg>
  </pc:docChgLst>
  <pc:docChgLst>
    <pc:chgData name="이주한" userId="c59ba8c0-645e-4048-b675-8e51afd602cc" providerId="ADAL" clId="{F0C527C6-0728-4574-B19A-5AA9CBA489AF}"/>
    <pc:docChg chg="undo custSel addSld delSld modSld sldOrd">
      <pc:chgData name="이주한" userId="c59ba8c0-645e-4048-b675-8e51afd602cc" providerId="ADAL" clId="{F0C527C6-0728-4574-B19A-5AA9CBA489AF}" dt="2020-06-20T10:46:18.660" v="421" actId="207"/>
      <pc:docMkLst>
        <pc:docMk/>
      </pc:docMkLst>
      <pc:sldChg chg="modSp">
        <pc:chgData name="이주한" userId="c59ba8c0-645e-4048-b675-8e51afd602cc" providerId="ADAL" clId="{F0C527C6-0728-4574-B19A-5AA9CBA489AF}" dt="2020-06-20T10:46:18.660" v="421" actId="207"/>
        <pc:sldMkLst>
          <pc:docMk/>
          <pc:sldMk cId="3209012576" sldId="257"/>
        </pc:sldMkLst>
        <pc:spChg chg="mod">
          <ac:chgData name="이주한" userId="c59ba8c0-645e-4048-b675-8e51afd602cc" providerId="ADAL" clId="{F0C527C6-0728-4574-B19A-5AA9CBA489AF}" dt="2020-06-20T10:46:18.660" v="421" actId="207"/>
          <ac:spMkLst>
            <pc:docMk/>
            <pc:sldMk cId="3209012576" sldId="257"/>
            <ac:spMk id="5" creationId="{00000000-0000-0000-0000-000000000000}"/>
          </ac:spMkLst>
        </pc:spChg>
      </pc:sldChg>
      <pc:sldChg chg="modSp mod">
        <pc:chgData name="이주한" userId="c59ba8c0-645e-4048-b675-8e51afd602cc" providerId="ADAL" clId="{F0C527C6-0728-4574-B19A-5AA9CBA489AF}" dt="2020-06-19T20:17:03.859" v="399" actId="20577"/>
        <pc:sldMkLst>
          <pc:docMk/>
          <pc:sldMk cId="112932361" sldId="260"/>
        </pc:sldMkLst>
        <pc:spChg chg="mod">
          <ac:chgData name="이주한" userId="c59ba8c0-645e-4048-b675-8e51afd602cc" providerId="ADAL" clId="{F0C527C6-0728-4574-B19A-5AA9CBA489AF}" dt="2020-06-19T20:17:03.859" v="399" actId="20577"/>
          <ac:spMkLst>
            <pc:docMk/>
            <pc:sldMk cId="112932361" sldId="260"/>
            <ac:spMk id="96" creationId="{0E8E0CFC-CF1E-47CF-9D0A-9704E6B9D5EC}"/>
          </ac:spMkLst>
        </pc:spChg>
      </pc:sldChg>
      <pc:sldChg chg="modSp mod">
        <pc:chgData name="이주한" userId="c59ba8c0-645e-4048-b675-8e51afd602cc" providerId="ADAL" clId="{F0C527C6-0728-4574-B19A-5AA9CBA489AF}" dt="2020-06-19T20:17:30.635" v="419" actId="20577"/>
        <pc:sldMkLst>
          <pc:docMk/>
          <pc:sldMk cId="3674624892" sldId="263"/>
        </pc:sldMkLst>
        <pc:spChg chg="mod">
          <ac:chgData name="이주한" userId="c59ba8c0-645e-4048-b675-8e51afd602cc" providerId="ADAL" clId="{F0C527C6-0728-4574-B19A-5AA9CBA489AF}" dt="2020-06-19T20:17:30.635" v="419" actId="20577"/>
          <ac:spMkLst>
            <pc:docMk/>
            <pc:sldMk cId="3674624892" sldId="263"/>
            <ac:spMk id="5" creationId="{00000000-0000-0000-0000-000000000000}"/>
          </ac:spMkLst>
        </pc:spChg>
      </pc:sldChg>
      <pc:sldChg chg="modSp add mod ord">
        <pc:chgData name="이주한" userId="c59ba8c0-645e-4048-b675-8e51afd602cc" providerId="ADAL" clId="{F0C527C6-0728-4574-B19A-5AA9CBA489AF}" dt="2020-06-17T18:06:55.322" v="19"/>
        <pc:sldMkLst>
          <pc:docMk/>
          <pc:sldMk cId="3419520743" sldId="265"/>
        </pc:sldMkLst>
        <pc:spChg chg="mod">
          <ac:chgData name="이주한" userId="c59ba8c0-645e-4048-b675-8e51afd602cc" providerId="ADAL" clId="{F0C527C6-0728-4574-B19A-5AA9CBA489AF}" dt="2020-06-17T18:06:55.322" v="19"/>
          <ac:spMkLst>
            <pc:docMk/>
            <pc:sldMk cId="3419520743" sldId="265"/>
            <ac:spMk id="5" creationId="{00000000-0000-0000-0000-000000000000}"/>
          </ac:spMkLst>
        </pc:spChg>
      </pc:sldChg>
      <pc:sldChg chg="addSp delSp modSp add mod ord">
        <pc:chgData name="이주한" userId="c59ba8c0-645e-4048-b675-8e51afd602cc" providerId="ADAL" clId="{F0C527C6-0728-4574-B19A-5AA9CBA489AF}" dt="2020-06-19T20:14:27.349" v="397" actId="20577"/>
        <pc:sldMkLst>
          <pc:docMk/>
          <pc:sldMk cId="510559652" sldId="266"/>
        </pc:sldMkLst>
        <pc:spChg chg="mod">
          <ac:chgData name="이주한" userId="c59ba8c0-645e-4048-b675-8e51afd602cc" providerId="ADAL" clId="{F0C527C6-0728-4574-B19A-5AA9CBA489AF}" dt="2020-06-19T20:10:24.620" v="41" actId="20577"/>
          <ac:spMkLst>
            <pc:docMk/>
            <pc:sldMk cId="510559652" sldId="266"/>
            <ac:spMk id="5" creationId="{00000000-0000-0000-0000-000000000000}"/>
          </ac:spMkLst>
        </pc:spChg>
        <pc:spChg chg="mod">
          <ac:chgData name="이주한" userId="c59ba8c0-645e-4048-b675-8e51afd602cc" providerId="ADAL" clId="{F0C527C6-0728-4574-B19A-5AA9CBA489AF}" dt="2020-06-19T20:14:27.349" v="397" actId="20577"/>
          <ac:spMkLst>
            <pc:docMk/>
            <pc:sldMk cId="510559652" sldId="266"/>
            <ac:spMk id="78" creationId="{88952016-A346-4F64-9BA0-8437244CDE87}"/>
          </ac:spMkLst>
        </pc:spChg>
        <pc:spChg chg="mod">
          <ac:chgData name="이주한" userId="c59ba8c0-645e-4048-b675-8e51afd602cc" providerId="ADAL" clId="{F0C527C6-0728-4574-B19A-5AA9CBA489AF}" dt="2020-06-19T20:10:48.129" v="95" actId="20577"/>
          <ac:spMkLst>
            <pc:docMk/>
            <pc:sldMk cId="510559652" sldId="266"/>
            <ac:spMk id="94" creationId="{7268BA74-94BA-42C9-A634-41DF6B00D591}"/>
          </ac:spMkLst>
        </pc:spChg>
        <pc:picChg chg="add mod">
          <ac:chgData name="이주한" userId="c59ba8c0-645e-4048-b675-8e51afd602cc" providerId="ADAL" clId="{F0C527C6-0728-4574-B19A-5AA9CBA489AF}" dt="2020-06-19T20:11:17.534" v="102" actId="1076"/>
          <ac:picMkLst>
            <pc:docMk/>
            <pc:sldMk cId="510559652" sldId="266"/>
            <ac:picMk id="3" creationId="{3A91E961-4E61-4A2B-94D2-264555ED002D}"/>
          </ac:picMkLst>
        </pc:picChg>
        <pc:picChg chg="del">
          <ac:chgData name="이주한" userId="c59ba8c0-645e-4048-b675-8e51afd602cc" providerId="ADAL" clId="{F0C527C6-0728-4574-B19A-5AA9CBA489AF}" dt="2020-06-19T20:10:53.650" v="96" actId="478"/>
          <ac:picMkLst>
            <pc:docMk/>
            <pc:sldMk cId="510559652" sldId="266"/>
            <ac:picMk id="4" creationId="{12F31901-78D3-411E-9DDA-187F3DA9A57F}"/>
          </ac:picMkLst>
        </pc:picChg>
      </pc:sldChg>
      <pc:sldChg chg="new del">
        <pc:chgData name="이주한" userId="c59ba8c0-645e-4048-b675-8e51afd602cc" providerId="ADAL" clId="{F0C527C6-0728-4574-B19A-5AA9CBA489AF}" dt="2020-06-19T20:09:56.281" v="21" actId="47"/>
        <pc:sldMkLst>
          <pc:docMk/>
          <pc:sldMk cId="1978812727" sldId="266"/>
        </pc:sldMkLst>
      </pc:sldChg>
    </pc:docChg>
  </pc:docChgLst>
  <pc:docChgLst>
    <pc:chgData name="이주한" userId="c59ba8c0-645e-4048-b675-8e51afd602cc" providerId="ADAL" clId="{34703920-07E7-4166-9F9C-145F718F7318}"/>
    <pc:docChg chg="modSld">
      <pc:chgData name="이주한" userId="c59ba8c0-645e-4048-b675-8e51afd602cc" providerId="ADAL" clId="{34703920-07E7-4166-9F9C-145F718F7318}" dt="2020-07-12T14:55:14.435" v="0" actId="14826"/>
      <pc:docMkLst>
        <pc:docMk/>
      </pc:docMkLst>
      <pc:sldChg chg="modSp">
        <pc:chgData name="이주한" userId="c59ba8c0-645e-4048-b675-8e51afd602cc" providerId="ADAL" clId="{34703920-07E7-4166-9F9C-145F718F7318}" dt="2020-07-12T14:55:14.435" v="0" actId="14826"/>
        <pc:sldMkLst>
          <pc:docMk/>
          <pc:sldMk cId="2273663583" sldId="258"/>
        </pc:sldMkLst>
        <pc:picChg chg="mod">
          <ac:chgData name="이주한" userId="c59ba8c0-645e-4048-b675-8e51afd602cc" providerId="ADAL" clId="{34703920-07E7-4166-9F9C-145F718F7318}" dt="2020-07-12T14:55:14.435" v="0" actId="14826"/>
          <ac:picMkLst>
            <pc:docMk/>
            <pc:sldMk cId="2273663583" sldId="258"/>
            <ac:picMk id="1027" creationId="{FC116CFF-8AF3-48BD-9745-905650A010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09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48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52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05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83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80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66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79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32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94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06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D8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2020-08-12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15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5.jpg"/><Relationship Id="rId5" Type="http://schemas.microsoft.com/office/2007/relationships/hdphoto" Target="../media/hdphoto2.wdp"/><Relationship Id="rId10" Type="http://schemas.openxmlformats.org/officeDocument/2006/relationships/hyperlink" Target="https://blog.naver.com/joohan0224" TargetMode="External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EDA1bdUr6o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1134165" cy="6858001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5400" kern="0" dirty="0">
                <a:solidFill>
                  <a:prstClr val="white">
                    <a:lumMod val="95000"/>
                  </a:prstClr>
                </a:solidFill>
              </a:rPr>
              <a:t>PORTFOLIO</a:t>
            </a:r>
            <a:endParaRPr lang="ko-KR" altLang="en-US" sz="5400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734965" y="4221423"/>
            <a:ext cx="1664233" cy="432471"/>
          </a:xfrm>
          <a:prstGeom prst="roundRect">
            <a:avLst>
              <a:gd name="adj" fmla="val 50000"/>
            </a:avLst>
          </a:prstGeom>
          <a:solidFill>
            <a:srgbClr val="FFD9AD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Joohan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Lee</a:t>
            </a:r>
            <a:endParaRPr lang="ko-KR" altLang="en-US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01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C3BF8-E6BE-4472-893F-3B712DDC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2CB1D1-173A-4CF7-93CD-83BDCF2EA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내포트폴리오</a:t>
            </a:r>
            <a:r>
              <a:rPr lang="ko-KR" altLang="en-US" dirty="0"/>
              <a:t> 문구들 </a:t>
            </a:r>
            <a:r>
              <a:rPr lang="en-US" altLang="ko-KR" dirty="0"/>
              <a:t>=&gt; word cloud?</a:t>
            </a:r>
          </a:p>
          <a:p>
            <a:r>
              <a:rPr lang="ko-KR" altLang="en-US"/>
              <a:t>대표프로젝트들만 상세히 기술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05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1146629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800" kern="0" dirty="0">
                <a:solidFill>
                  <a:prstClr val="white">
                    <a:lumMod val="95000"/>
                  </a:prstClr>
                </a:solidFill>
              </a:rPr>
              <a:t>Personal History</a:t>
            </a:r>
            <a:endParaRPr lang="ko-KR" altLang="en-US" sz="4800" kern="0" dirty="0">
              <a:solidFill>
                <a:prstClr val="white">
                  <a:lumMod val="95000"/>
                </a:prstClr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B04FD82-860D-4CB6-9702-F7B74ED78ABC}"/>
              </a:ext>
            </a:extLst>
          </p:cNvPr>
          <p:cNvCxnSpPr>
            <a:cxnSpLocks/>
          </p:cNvCxnSpPr>
          <p:nvPr/>
        </p:nvCxnSpPr>
        <p:spPr>
          <a:xfrm>
            <a:off x="1329608" y="3647730"/>
            <a:ext cx="8316416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EF12B5CC-55CF-4265-B66C-A9C3490B88A2}"/>
              </a:ext>
            </a:extLst>
          </p:cNvPr>
          <p:cNvSpPr/>
          <p:nvPr/>
        </p:nvSpPr>
        <p:spPr>
          <a:xfrm>
            <a:off x="1740814" y="357572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44C38B6-B41F-4494-8555-0B8E48ECCC37}"/>
              </a:ext>
            </a:extLst>
          </p:cNvPr>
          <p:cNvSpPr/>
          <p:nvPr/>
        </p:nvSpPr>
        <p:spPr>
          <a:xfrm>
            <a:off x="4826455" y="357572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7415189-2C72-451F-883B-F8F376FE8607}"/>
              </a:ext>
            </a:extLst>
          </p:cNvPr>
          <p:cNvSpPr/>
          <p:nvPr/>
        </p:nvSpPr>
        <p:spPr>
          <a:xfrm>
            <a:off x="5837826" y="357572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B6B6D1DF-3405-4188-B3EB-5907A974BB11}"/>
              </a:ext>
            </a:extLst>
          </p:cNvPr>
          <p:cNvSpPr/>
          <p:nvPr/>
        </p:nvSpPr>
        <p:spPr>
          <a:xfrm>
            <a:off x="8464056" y="358730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AA096B9D-F674-444B-86FA-198E2EFEBC51}"/>
              </a:ext>
            </a:extLst>
          </p:cNvPr>
          <p:cNvSpPr/>
          <p:nvPr/>
        </p:nvSpPr>
        <p:spPr>
          <a:xfrm>
            <a:off x="1525069" y="2640176"/>
            <a:ext cx="575506" cy="5755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2" name="Picture 2" descr="C:\Users\seok\Desktop\윤경일 자소서\아이콘\mortarboard1.png">
            <a:extLst>
              <a:ext uri="{FF2B5EF4-FFF2-40B4-BE49-F238E27FC236}">
                <a16:creationId xmlns:a16="http://schemas.microsoft.com/office/drawing/2014/main" id="{E9A9B470-B1D2-42F1-90B7-0F67D8772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259" y="2750305"/>
            <a:ext cx="355249" cy="35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타원 62">
            <a:extLst>
              <a:ext uri="{FF2B5EF4-FFF2-40B4-BE49-F238E27FC236}">
                <a16:creationId xmlns:a16="http://schemas.microsoft.com/office/drawing/2014/main" id="{1D98F72E-423F-4171-81A2-507A2C7D986A}"/>
              </a:ext>
            </a:extLst>
          </p:cNvPr>
          <p:cNvSpPr/>
          <p:nvPr/>
        </p:nvSpPr>
        <p:spPr>
          <a:xfrm>
            <a:off x="5622081" y="2640176"/>
            <a:ext cx="575506" cy="5755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4" name="Picture 4" descr="C:\Users\seok\Desktop\윤경일 자소서\아이콘\user194.png">
            <a:extLst>
              <a:ext uri="{FF2B5EF4-FFF2-40B4-BE49-F238E27FC236}">
                <a16:creationId xmlns:a16="http://schemas.microsoft.com/office/drawing/2014/main" id="{8BD6862B-08B8-44D6-9CA4-8F0F92ED5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76" y="2771290"/>
            <a:ext cx="313278" cy="31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타원 64">
            <a:extLst>
              <a:ext uri="{FF2B5EF4-FFF2-40B4-BE49-F238E27FC236}">
                <a16:creationId xmlns:a16="http://schemas.microsoft.com/office/drawing/2014/main" id="{3A28136D-53CF-4F88-A56A-AF5947B89314}"/>
              </a:ext>
            </a:extLst>
          </p:cNvPr>
          <p:cNvSpPr/>
          <p:nvPr/>
        </p:nvSpPr>
        <p:spPr>
          <a:xfrm>
            <a:off x="4611474" y="4080336"/>
            <a:ext cx="575506" cy="57550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6" name="Picture 3" descr="C:\Users\seok\Desktop\윤경일 자소서\아이콘\sales1.png">
            <a:extLst>
              <a:ext uri="{FF2B5EF4-FFF2-40B4-BE49-F238E27FC236}">
                <a16:creationId xmlns:a16="http://schemas.microsoft.com/office/drawing/2014/main" id="{EE8A10C5-3E1A-47D7-AE6F-3B6DB3FF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582" y="4188208"/>
            <a:ext cx="359761" cy="35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타원 66">
            <a:extLst>
              <a:ext uri="{FF2B5EF4-FFF2-40B4-BE49-F238E27FC236}">
                <a16:creationId xmlns:a16="http://schemas.microsoft.com/office/drawing/2014/main" id="{E4394C65-C8F9-4CC0-AA0B-DAD6DC756672}"/>
              </a:ext>
            </a:extLst>
          </p:cNvPr>
          <p:cNvSpPr/>
          <p:nvPr/>
        </p:nvSpPr>
        <p:spPr>
          <a:xfrm>
            <a:off x="8267152" y="4080057"/>
            <a:ext cx="575506" cy="5755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8" name="Picture 5" descr="C:\Users\seok\Desktop\윤경일 자소서\아이콘\businessman279.png">
            <a:extLst>
              <a:ext uri="{FF2B5EF4-FFF2-40B4-BE49-F238E27FC236}">
                <a16:creationId xmlns:a16="http://schemas.microsoft.com/office/drawing/2014/main" id="{C5859DD2-592A-4DEA-AF87-9C95EA288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599" y="4195504"/>
            <a:ext cx="344612" cy="34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8B4F9FA-332D-4825-BF87-7C3288AB45EC}"/>
              </a:ext>
            </a:extLst>
          </p:cNvPr>
          <p:cNvCxnSpPr/>
          <p:nvPr/>
        </p:nvCxnSpPr>
        <p:spPr>
          <a:xfrm flipV="1">
            <a:off x="1812822" y="3287690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8">
            <a:extLst>
              <a:ext uri="{FF2B5EF4-FFF2-40B4-BE49-F238E27FC236}">
                <a16:creationId xmlns:a16="http://schemas.microsoft.com/office/drawing/2014/main" id="{48FA0614-5269-4691-BE2A-6708E47CBFD6}"/>
              </a:ext>
            </a:extLst>
          </p:cNvPr>
          <p:cNvCxnSpPr/>
          <p:nvPr/>
        </p:nvCxnSpPr>
        <p:spPr>
          <a:xfrm rot="5400000" flipH="1" flipV="1">
            <a:off x="1870866" y="2401554"/>
            <a:ext cx="180578" cy="296666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2D810AF-B69C-4051-AF7A-4721991CFF2E}"/>
              </a:ext>
            </a:extLst>
          </p:cNvPr>
          <p:cNvSpPr/>
          <p:nvPr/>
        </p:nvSpPr>
        <p:spPr>
          <a:xfrm>
            <a:off x="2110290" y="2369867"/>
            <a:ext cx="164755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2014. 2</a:t>
            </a:r>
          </a:p>
          <a:p>
            <a:r>
              <a:rPr lang="ko-KR" altLang="en-US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이매고등학교졸업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842E080-78D3-40A5-ABB5-40C0A22190AF}"/>
              </a:ext>
            </a:extLst>
          </p:cNvPr>
          <p:cNvCxnSpPr/>
          <p:nvPr/>
        </p:nvCxnSpPr>
        <p:spPr>
          <a:xfrm flipV="1">
            <a:off x="5909834" y="3291130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21">
            <a:extLst>
              <a:ext uri="{FF2B5EF4-FFF2-40B4-BE49-F238E27FC236}">
                <a16:creationId xmlns:a16="http://schemas.microsoft.com/office/drawing/2014/main" id="{C5246C4F-C39E-4494-872C-82B77DB6286E}"/>
              </a:ext>
            </a:extLst>
          </p:cNvPr>
          <p:cNvCxnSpPr/>
          <p:nvPr/>
        </p:nvCxnSpPr>
        <p:spPr>
          <a:xfrm rot="5400000" flipH="1" flipV="1">
            <a:off x="5958965" y="2400996"/>
            <a:ext cx="180578" cy="296666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B90930B-0CF7-4562-9494-5D606CC7F2B0}"/>
              </a:ext>
            </a:extLst>
          </p:cNvPr>
          <p:cNvSpPr/>
          <p:nvPr/>
        </p:nvSpPr>
        <p:spPr>
          <a:xfrm>
            <a:off x="6226152" y="2242216"/>
            <a:ext cx="1574928" cy="487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2017. 6~8</a:t>
            </a:r>
          </a:p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‘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시냅스 게임즈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인턴 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2139BD8-FD5F-4363-BA2A-2233225DDD76}"/>
              </a:ext>
            </a:extLst>
          </p:cNvPr>
          <p:cNvCxnSpPr/>
          <p:nvPr/>
        </p:nvCxnSpPr>
        <p:spPr>
          <a:xfrm flipH="1" flipV="1">
            <a:off x="4430183" y="4367810"/>
            <a:ext cx="180527" cy="27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C8BB434-7E10-46CA-A273-598F4D6EF9CD}"/>
              </a:ext>
            </a:extLst>
          </p:cNvPr>
          <p:cNvCxnSpPr/>
          <p:nvPr/>
        </p:nvCxnSpPr>
        <p:spPr>
          <a:xfrm>
            <a:off x="4902011" y="3719738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2902427-1BD1-4BBE-8C65-57F4A60236B3}"/>
              </a:ext>
            </a:extLst>
          </p:cNvPr>
          <p:cNvSpPr/>
          <p:nvPr/>
        </p:nvSpPr>
        <p:spPr>
          <a:xfrm>
            <a:off x="1586095" y="4186432"/>
            <a:ext cx="2844087" cy="662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2016. 6~8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‘Embassy English Institute(SF)’ 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어학연수 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14207AA-D0CC-4F7A-8014-3E300AD8386D}"/>
              </a:ext>
            </a:extLst>
          </p:cNvPr>
          <p:cNvCxnSpPr>
            <a:cxnSpLocks/>
          </p:cNvCxnSpPr>
          <p:nvPr/>
        </p:nvCxnSpPr>
        <p:spPr>
          <a:xfrm>
            <a:off x="8842658" y="4367810"/>
            <a:ext cx="21630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F355AE1-8468-43A9-82A5-EA02AD6A8DA4}"/>
              </a:ext>
            </a:extLst>
          </p:cNvPr>
          <p:cNvCxnSpPr/>
          <p:nvPr/>
        </p:nvCxnSpPr>
        <p:spPr>
          <a:xfrm>
            <a:off x="8554905" y="3731318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B2BE389-8B20-4CC7-81A0-CDF9FBEB137D}"/>
              </a:ext>
            </a:extLst>
          </p:cNvPr>
          <p:cNvSpPr/>
          <p:nvPr/>
        </p:nvSpPr>
        <p:spPr>
          <a:xfrm>
            <a:off x="9058961" y="4223515"/>
            <a:ext cx="1916236" cy="432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2020. 4 ~ </a:t>
            </a:r>
            <a:r>
              <a:rPr lang="ko-KR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현재</a:t>
            </a: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데이터베이스 연구실 학부인턴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01F943D-F608-4DC6-91C9-4BF1B99B3B09}"/>
              </a:ext>
            </a:extLst>
          </p:cNvPr>
          <p:cNvSpPr/>
          <p:nvPr/>
        </p:nvSpPr>
        <p:spPr>
          <a:xfrm>
            <a:off x="3443082" y="2640176"/>
            <a:ext cx="575506" cy="5755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2" name="Picture 2" descr="C:\Users\seok\Desktop\윤경일 자소서\아이콘\mortarboard1.png">
            <a:extLst>
              <a:ext uri="{FF2B5EF4-FFF2-40B4-BE49-F238E27FC236}">
                <a16:creationId xmlns:a16="http://schemas.microsoft.com/office/drawing/2014/main" id="{DD05B26D-868A-43FB-A562-1AA733715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668" y="2750305"/>
            <a:ext cx="355249" cy="35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꺾인 연결선 18">
            <a:extLst>
              <a:ext uri="{FF2B5EF4-FFF2-40B4-BE49-F238E27FC236}">
                <a16:creationId xmlns:a16="http://schemas.microsoft.com/office/drawing/2014/main" id="{75A8E219-A612-48FF-A033-D28F271874DC}"/>
              </a:ext>
            </a:extLst>
          </p:cNvPr>
          <p:cNvCxnSpPr/>
          <p:nvPr/>
        </p:nvCxnSpPr>
        <p:spPr>
          <a:xfrm rot="5400000" flipH="1" flipV="1">
            <a:off x="3788879" y="2401554"/>
            <a:ext cx="180578" cy="296666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FB82FA80-A5E4-4360-A6BE-40D28C64EB0D}"/>
              </a:ext>
            </a:extLst>
          </p:cNvPr>
          <p:cNvSpPr/>
          <p:nvPr/>
        </p:nvSpPr>
        <p:spPr>
          <a:xfrm>
            <a:off x="3669729" y="357572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027EC3E-0403-4AE4-B7A8-D812F135D7C5}"/>
              </a:ext>
            </a:extLst>
          </p:cNvPr>
          <p:cNvCxnSpPr/>
          <p:nvPr/>
        </p:nvCxnSpPr>
        <p:spPr>
          <a:xfrm flipV="1">
            <a:off x="3741737" y="3287690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D85B3B5-96EB-4BEF-8CE8-09635F9A0EF1}"/>
              </a:ext>
            </a:extLst>
          </p:cNvPr>
          <p:cNvSpPr/>
          <p:nvPr/>
        </p:nvSpPr>
        <p:spPr>
          <a:xfrm>
            <a:off x="4119943" y="2369867"/>
            <a:ext cx="164755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2015. 3</a:t>
            </a:r>
          </a:p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연세대학교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미래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입학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7AAA5A-838D-45AC-BBEF-C2A82C6AE186}"/>
              </a:ext>
            </a:extLst>
          </p:cNvPr>
          <p:cNvSpPr/>
          <p:nvPr/>
        </p:nvSpPr>
        <p:spPr>
          <a:xfrm>
            <a:off x="1988508" y="5679980"/>
            <a:ext cx="3006265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LEE JOO HAN(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이주한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C0A1E2-B39C-4710-BC9A-65DCFACFB20D}"/>
              </a:ext>
            </a:extLst>
          </p:cNvPr>
          <p:cNvSpPr/>
          <p:nvPr/>
        </p:nvSpPr>
        <p:spPr>
          <a:xfrm>
            <a:off x="5057507" y="5391948"/>
            <a:ext cx="3672408" cy="936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E-Mail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joohan.lee@yonsei.ac.kr</a:t>
            </a:r>
          </a:p>
          <a:p>
            <a:pPr marL="171450" indent="-171450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Homepage : </a:t>
            </a:r>
            <a:r>
              <a:rPr lang="en-US" altLang="ko-KR" sz="1000" u="sng" dirty="0">
                <a:hlinkClick r:id="rId10"/>
              </a:rPr>
              <a:t>https://blog.naver.com/joohan0224</a:t>
            </a:r>
            <a:r>
              <a:rPr lang="en-US" altLang="ko-KR" sz="1000" dirty="0">
                <a:hlinkClick r:id="rId10"/>
              </a:rPr>
              <a:t> </a:t>
            </a:r>
            <a:endParaRPr lang="en-US" altLang="ko-KR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Phone number : 010 – 2418 - 9946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0C3D095-9722-494C-B265-72B78B941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315" y="32741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404033768">
            <a:extLst>
              <a:ext uri="{FF2B5EF4-FFF2-40B4-BE49-F238E27FC236}">
                <a16:creationId xmlns:a16="http://schemas.microsoft.com/office/drawing/2014/main" id="{FC116CFF-8AF3-48BD-9745-905650A01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85318" y="1591622"/>
            <a:ext cx="1516423" cy="197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타원 89">
            <a:extLst>
              <a:ext uri="{FF2B5EF4-FFF2-40B4-BE49-F238E27FC236}">
                <a16:creationId xmlns:a16="http://schemas.microsoft.com/office/drawing/2014/main" id="{5B4DB78E-CB39-40A4-92B1-7F898011149E}"/>
              </a:ext>
            </a:extLst>
          </p:cNvPr>
          <p:cNvSpPr/>
          <p:nvPr/>
        </p:nvSpPr>
        <p:spPr>
          <a:xfrm>
            <a:off x="6950840" y="3587302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ACDB72F-907A-4EE9-94A6-8F3A2AB9E508}"/>
              </a:ext>
            </a:extLst>
          </p:cNvPr>
          <p:cNvCxnSpPr/>
          <p:nvPr/>
        </p:nvCxnSpPr>
        <p:spPr>
          <a:xfrm>
            <a:off x="7041689" y="3731318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354DA482-B3BC-4698-8E54-EA59B0EF2D14}"/>
              </a:ext>
            </a:extLst>
          </p:cNvPr>
          <p:cNvSpPr/>
          <p:nvPr/>
        </p:nvSpPr>
        <p:spPr>
          <a:xfrm>
            <a:off x="6771155" y="4078044"/>
            <a:ext cx="575506" cy="5755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3" name="Picture 4" descr="C:\Users\seok\Desktop\윤경일 자소서\아이콘\user194.png">
            <a:extLst>
              <a:ext uri="{FF2B5EF4-FFF2-40B4-BE49-F238E27FC236}">
                <a16:creationId xmlns:a16="http://schemas.microsoft.com/office/drawing/2014/main" id="{9118E680-2278-449D-AC65-BB63D9582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050" y="4209158"/>
            <a:ext cx="313278" cy="31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직사각형 95">
            <a:extLst>
              <a:ext uri="{FF2B5EF4-FFF2-40B4-BE49-F238E27FC236}">
                <a16:creationId xmlns:a16="http://schemas.microsoft.com/office/drawing/2014/main" id="{9EBE8BEA-7B7E-4DEC-B4FB-81B097FF59AA}"/>
              </a:ext>
            </a:extLst>
          </p:cNvPr>
          <p:cNvSpPr/>
          <p:nvPr/>
        </p:nvSpPr>
        <p:spPr>
          <a:xfrm>
            <a:off x="6240210" y="4991903"/>
            <a:ext cx="1916236" cy="432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2018.01 ~ 2019.09</a:t>
            </a:r>
          </a:p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의경 복무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DE3A666-A402-42D7-AA8F-98778792FA9B}"/>
              </a:ext>
            </a:extLst>
          </p:cNvPr>
          <p:cNvCxnSpPr/>
          <p:nvPr/>
        </p:nvCxnSpPr>
        <p:spPr>
          <a:xfrm>
            <a:off x="7001362" y="4653550"/>
            <a:ext cx="0" cy="288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66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1146629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800" kern="0" dirty="0">
                <a:solidFill>
                  <a:prstClr val="white">
                    <a:lumMod val="95000"/>
                  </a:prstClr>
                </a:solidFill>
              </a:rPr>
              <a:t>PROJECTS &amp; EXPERIENCES</a:t>
            </a:r>
            <a:endParaRPr lang="ko-KR" altLang="en-US" sz="4800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7FEC52E6-E0E1-427E-87A8-FEE2AAF979A8}"/>
              </a:ext>
            </a:extLst>
          </p:cNvPr>
          <p:cNvSpPr/>
          <p:nvPr/>
        </p:nvSpPr>
        <p:spPr>
          <a:xfrm>
            <a:off x="6896314" y="1537893"/>
            <a:ext cx="4515025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2016 Certification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‘Global Village’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프로그램 수료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in Yonsei Univ.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F7232E2-681C-4019-825F-4AA7B50F011C}"/>
              </a:ext>
            </a:extLst>
          </p:cNvPr>
          <p:cNvCxnSpPr>
            <a:cxnSpLocks/>
          </p:cNvCxnSpPr>
          <p:nvPr/>
        </p:nvCxnSpPr>
        <p:spPr>
          <a:xfrm>
            <a:off x="6076978" y="1362269"/>
            <a:ext cx="0" cy="5164702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21F91DE1-8530-458D-AC71-574040C1B5F7}"/>
              </a:ext>
            </a:extLst>
          </p:cNvPr>
          <p:cNvSpPr/>
          <p:nvPr/>
        </p:nvSpPr>
        <p:spPr>
          <a:xfrm>
            <a:off x="5890471" y="243750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BB024F2-1C6C-4E3D-9A1C-6E912EC9AF45}"/>
              </a:ext>
            </a:extLst>
          </p:cNvPr>
          <p:cNvSpPr/>
          <p:nvPr/>
        </p:nvSpPr>
        <p:spPr>
          <a:xfrm>
            <a:off x="5882637" y="347381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2DF369D0-6620-4369-9306-C71B2C483FFA}"/>
              </a:ext>
            </a:extLst>
          </p:cNvPr>
          <p:cNvSpPr/>
          <p:nvPr/>
        </p:nvSpPr>
        <p:spPr>
          <a:xfrm>
            <a:off x="5874803" y="451012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C0689AD8-9EB2-430E-AA54-5AF13D4EEC1C}"/>
              </a:ext>
            </a:extLst>
          </p:cNvPr>
          <p:cNvSpPr/>
          <p:nvPr/>
        </p:nvSpPr>
        <p:spPr>
          <a:xfrm>
            <a:off x="5866969" y="554643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AC57589-077E-4E47-9FA7-D45BBD31B376}"/>
              </a:ext>
            </a:extLst>
          </p:cNvPr>
          <p:cNvSpPr/>
          <p:nvPr/>
        </p:nvSpPr>
        <p:spPr>
          <a:xfrm>
            <a:off x="712570" y="1845127"/>
            <a:ext cx="4857804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2016 Education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어학연수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 ,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Embassy Institute in 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SanFrancisco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USA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E8E0CFC-CF1E-47CF-9D0A-9704E6B9D5EC}"/>
              </a:ext>
            </a:extLst>
          </p:cNvPr>
          <p:cNvSpPr/>
          <p:nvPr/>
        </p:nvSpPr>
        <p:spPr>
          <a:xfrm>
            <a:off x="6881141" y="2629506"/>
            <a:ext cx="4598285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2016 Project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공유 플랫폼 창업 도전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웹기반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7290C22-84CB-44B4-BDCA-A48AE91F03C6}"/>
              </a:ext>
            </a:extLst>
          </p:cNvPr>
          <p:cNvSpPr/>
          <p:nvPr/>
        </p:nvSpPr>
        <p:spPr>
          <a:xfrm>
            <a:off x="712570" y="3180013"/>
            <a:ext cx="3419849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2017 Working Experience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시냅스게임즈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현장실습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4D52D05-3D2C-4153-A22F-75600650AA92}"/>
              </a:ext>
            </a:extLst>
          </p:cNvPr>
          <p:cNvSpPr/>
          <p:nvPr/>
        </p:nvSpPr>
        <p:spPr>
          <a:xfrm>
            <a:off x="689068" y="4190563"/>
            <a:ext cx="5177901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2019 Research Experience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학부연구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’, RNN, LSTM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과 환경예측요소를 이용한 주가예측 모델에 관한 연구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6EB5F5A-7110-4FD1-ABD8-0A2E1A085FC1}"/>
              </a:ext>
            </a:extLst>
          </p:cNvPr>
          <p:cNvSpPr/>
          <p:nvPr/>
        </p:nvSpPr>
        <p:spPr>
          <a:xfrm>
            <a:off x="712570" y="5358767"/>
            <a:ext cx="5177901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2019 Project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산학협력프로젝트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 , 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타이젠을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이용한 스마트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워치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어플리케이션 개발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44F758F-0863-4FF5-BDDF-DA92B5DA5C0D}"/>
              </a:ext>
            </a:extLst>
          </p:cNvPr>
          <p:cNvSpPr/>
          <p:nvPr/>
        </p:nvSpPr>
        <p:spPr>
          <a:xfrm>
            <a:off x="6914565" y="4970086"/>
            <a:ext cx="5177901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2019 Teaching Experience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학부생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튜터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인터넷활용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(YHL-1026)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튜터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3E4974-3ECF-4030-AB65-C3E885F81093}"/>
              </a:ext>
            </a:extLst>
          </p:cNvPr>
          <p:cNvSpPr/>
          <p:nvPr/>
        </p:nvSpPr>
        <p:spPr>
          <a:xfrm>
            <a:off x="5890471" y="1504882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D9F41AF-E7AC-408D-88A2-E0F055F3C230}"/>
              </a:ext>
            </a:extLst>
          </p:cNvPr>
          <p:cNvSpPr/>
          <p:nvPr/>
        </p:nvSpPr>
        <p:spPr>
          <a:xfrm>
            <a:off x="6881141" y="3804127"/>
            <a:ext cx="5177901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2017 Project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ClickFin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-CRM’ ,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핀테크회사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고객관리시스템 개발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</a:p>
          <a:p>
            <a:pPr latinLnBrk="0">
              <a:lnSpc>
                <a:spcPct val="150000"/>
              </a:lnSpc>
            </a:pP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2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1146629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800" kern="0" dirty="0">
                <a:solidFill>
                  <a:prstClr val="white">
                    <a:lumMod val="95000"/>
                  </a:prstClr>
                </a:solidFill>
              </a:rPr>
              <a:t>PROJECTS &amp; EXPERIENCES</a:t>
            </a:r>
            <a:endParaRPr lang="ko-KR" altLang="en-US" sz="4800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7FEC52E6-E0E1-427E-87A8-FEE2AAF979A8}"/>
              </a:ext>
            </a:extLst>
          </p:cNvPr>
          <p:cNvSpPr/>
          <p:nvPr/>
        </p:nvSpPr>
        <p:spPr>
          <a:xfrm>
            <a:off x="6896314" y="2034574"/>
            <a:ext cx="3089869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2019 Certification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소프트웨어 테스팅 과정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수료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F7232E2-681C-4019-825F-4AA7B50F011C}"/>
              </a:ext>
            </a:extLst>
          </p:cNvPr>
          <p:cNvCxnSpPr>
            <a:cxnSpLocks/>
          </p:cNvCxnSpPr>
          <p:nvPr/>
        </p:nvCxnSpPr>
        <p:spPr>
          <a:xfrm flipH="1">
            <a:off x="6076978" y="1763486"/>
            <a:ext cx="19022" cy="4763485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21F91DE1-8530-458D-AC71-574040C1B5F7}"/>
              </a:ext>
            </a:extLst>
          </p:cNvPr>
          <p:cNvSpPr/>
          <p:nvPr/>
        </p:nvSpPr>
        <p:spPr>
          <a:xfrm>
            <a:off x="5890471" y="243750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BB024F2-1C6C-4E3D-9A1C-6E912EC9AF45}"/>
              </a:ext>
            </a:extLst>
          </p:cNvPr>
          <p:cNvSpPr/>
          <p:nvPr/>
        </p:nvSpPr>
        <p:spPr>
          <a:xfrm>
            <a:off x="5882637" y="347381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2DF369D0-6620-4369-9306-C71B2C483FFA}"/>
              </a:ext>
            </a:extLst>
          </p:cNvPr>
          <p:cNvSpPr/>
          <p:nvPr/>
        </p:nvSpPr>
        <p:spPr>
          <a:xfrm>
            <a:off x="5874803" y="451012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C0689AD8-9EB2-430E-AA54-5AF13D4EEC1C}"/>
              </a:ext>
            </a:extLst>
          </p:cNvPr>
          <p:cNvSpPr/>
          <p:nvPr/>
        </p:nvSpPr>
        <p:spPr>
          <a:xfrm>
            <a:off x="5866969" y="5546430"/>
            <a:ext cx="388681" cy="388681"/>
          </a:xfrm>
          <a:prstGeom prst="ellipse">
            <a:avLst/>
          </a:prstGeom>
          <a:solidFill>
            <a:srgbClr val="FBFBFB"/>
          </a:solidFill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AC57589-077E-4E47-9FA7-D45BBD31B376}"/>
              </a:ext>
            </a:extLst>
          </p:cNvPr>
          <p:cNvSpPr/>
          <p:nvPr/>
        </p:nvSpPr>
        <p:spPr>
          <a:xfrm>
            <a:off x="712570" y="2802905"/>
            <a:ext cx="4857804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2020 Research Experience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학부생 인턴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 ,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데이터베이스 연구실 학부인턴 활동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7290C22-84CB-44B4-BDCA-A48AE91F03C6}"/>
              </a:ext>
            </a:extLst>
          </p:cNvPr>
          <p:cNvSpPr/>
          <p:nvPr/>
        </p:nvSpPr>
        <p:spPr>
          <a:xfrm>
            <a:off x="6896314" y="3279061"/>
            <a:ext cx="4783156" cy="15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2020 Project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융합캡스톤디자인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’,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음성인식과 인공지능 기술을 이용한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스마트미러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개발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62BCBD-8017-45D4-8BE9-EA4882F1E2D3}"/>
              </a:ext>
            </a:extLst>
          </p:cNvPr>
          <p:cNvSpPr/>
          <p:nvPr/>
        </p:nvSpPr>
        <p:spPr>
          <a:xfrm>
            <a:off x="709538" y="4370007"/>
            <a:ext cx="5177901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2020 Teaching Experience</a:t>
            </a:r>
          </a:p>
          <a:p>
            <a:pPr latinLnBrk="0">
              <a:lnSpc>
                <a:spcPct val="150000"/>
              </a:lnSpc>
            </a:pP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‘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학부생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튜터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’,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인터넷활용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(YHL-1026)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튜터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62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43782"/>
            <a:ext cx="12192000" cy="1412745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dirty="0"/>
              <a:t>Education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200" dirty="0"/>
              <a:t>2016</a:t>
            </a:r>
            <a:endParaRPr lang="ko-KR" altLang="en-US" sz="12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192779" y="1741146"/>
            <a:ext cx="6683881" cy="4687321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ko-KR" altLang="en-US" sz="7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268BA74-94BA-42C9-A634-41DF6B00D591}"/>
              </a:ext>
            </a:extLst>
          </p:cNvPr>
          <p:cNvSpPr/>
          <p:nvPr/>
        </p:nvSpPr>
        <p:spPr>
          <a:xfrm>
            <a:off x="365395" y="2115328"/>
            <a:ext cx="633864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미국 샌프란시스코 어학연수</a:t>
            </a:r>
            <a:endParaRPr lang="en-US" altLang="ko-KR" sz="1600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8952016-A346-4F64-9BA0-8437244CDE87}"/>
              </a:ext>
            </a:extLst>
          </p:cNvPr>
          <p:cNvSpPr/>
          <p:nvPr/>
        </p:nvSpPr>
        <p:spPr>
          <a:xfrm>
            <a:off x="460643" y="3000206"/>
            <a:ext cx="5635357" cy="15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미국 샌프란시스코에 소재한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엠바시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어학원에서 유럽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남미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아시아의 각국에서 온 학생들과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General English Course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를 수료하며 다양한 문화를 접하고 세상을 바라보는 시야를 넓힘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pic>
        <p:nvPicPr>
          <p:cNvPr id="3" name="그림 2" descr="사람, 가장, 실내, 그룹이(가) 표시된 사진&#10;&#10;자동 생성된 설명">
            <a:extLst>
              <a:ext uri="{FF2B5EF4-FFF2-40B4-BE49-F238E27FC236}">
                <a16:creationId xmlns:a16="http://schemas.microsoft.com/office/drawing/2014/main" id="{3A91E961-4E61-4A2B-94D2-264555ED0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969" y="2407285"/>
            <a:ext cx="4473388" cy="33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5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43782"/>
            <a:ext cx="12192000" cy="1412745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dirty="0"/>
              <a:t>Working Experience 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200" dirty="0"/>
              <a:t>2017</a:t>
            </a:r>
            <a:endParaRPr lang="ko-KR" altLang="en-US" sz="12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192779" y="1741146"/>
            <a:ext cx="6683881" cy="4687321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ko-KR" altLang="en-US" sz="7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268BA74-94BA-42C9-A634-41DF6B00D591}"/>
              </a:ext>
            </a:extLst>
          </p:cNvPr>
          <p:cNvSpPr/>
          <p:nvPr/>
        </p:nvSpPr>
        <p:spPr>
          <a:xfrm>
            <a:off x="365395" y="2115328"/>
            <a:ext cx="633864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‘</a:t>
            </a:r>
            <a:r>
              <a:rPr lang="ko-KR" altLang="en-US" sz="1600" b="1" dirty="0" err="1"/>
              <a:t>핀테크</a:t>
            </a:r>
            <a:r>
              <a:rPr lang="ko-KR" altLang="en-US" sz="1600" b="1" dirty="0"/>
              <a:t> 회사 </a:t>
            </a:r>
            <a:r>
              <a:rPr lang="en-US" altLang="ko-KR" sz="1600" b="1" dirty="0"/>
              <a:t>CRM(Customer Relationship Management)‘ </a:t>
            </a:r>
            <a:r>
              <a:rPr lang="ko-KR" altLang="en-US" sz="1600" b="1" dirty="0"/>
              <a:t>개발</a:t>
            </a:r>
            <a:endParaRPr lang="en-US" altLang="ko-KR" sz="1600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8952016-A346-4F64-9BA0-8437244CDE87}"/>
              </a:ext>
            </a:extLst>
          </p:cNvPr>
          <p:cNvSpPr/>
          <p:nvPr/>
        </p:nvSpPr>
        <p:spPr>
          <a:xfrm>
            <a:off x="460643" y="3000206"/>
            <a:ext cx="5635357" cy="189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창업센터에서 현장실습을 하며 </a:t>
            </a:r>
            <a:r>
              <a:rPr lang="ko-KR" alt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핀테크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회사의 고객관리시스템을 웹으로 구현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회사의 고객정보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금융상품정보 등을 데이터베이스로 구축하고 웹서버와 연동하여 회사의 관리자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컨설턴트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고객이 모두 사용할 수 있는 웹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모바일 사이트를 제작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12F31901-78D3-411E-9DDA-187F3DA9A5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687" y="1461064"/>
            <a:ext cx="2951709" cy="524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2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43782"/>
            <a:ext cx="12192000" cy="1412745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dirty="0"/>
              <a:t>Undergraduate Research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200" dirty="0"/>
              <a:t>2019</a:t>
            </a:r>
            <a:endParaRPr lang="ko-KR" altLang="en-US" sz="12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192779" y="1741146"/>
            <a:ext cx="6683881" cy="4687321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ko-KR" altLang="en-US" sz="7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268BA74-94BA-42C9-A634-41DF6B00D591}"/>
              </a:ext>
            </a:extLst>
          </p:cNvPr>
          <p:cNvSpPr/>
          <p:nvPr/>
        </p:nvSpPr>
        <p:spPr>
          <a:xfrm>
            <a:off x="365395" y="2115328"/>
            <a:ext cx="633864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‘RNN, LSTM</a:t>
            </a:r>
            <a:r>
              <a:rPr lang="ko-KR" altLang="en-US" sz="1600" b="1" dirty="0"/>
              <a:t>과 환경예측요소를 이용한 주가예측 모델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에 관한 연구</a:t>
            </a:r>
            <a:endParaRPr lang="en-US" altLang="ko-KR" sz="16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8C6AB81-13BD-4CC2-A193-2E70B6A9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276" y="2253342"/>
            <a:ext cx="4968017" cy="3060441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88952016-A346-4F64-9BA0-8437244CDE87}"/>
              </a:ext>
            </a:extLst>
          </p:cNvPr>
          <p:cNvSpPr/>
          <p:nvPr/>
        </p:nvSpPr>
        <p:spPr>
          <a:xfrm>
            <a:off x="460644" y="3000206"/>
            <a:ext cx="5635356" cy="189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주가에는 많은 요소들이 영향을 미친다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대표적인 시계열 데이터인 주가와 환율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금리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통화량 등 주가의 환경예측요소들을 함께 사용하여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LSTM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을 통해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vanishing gradient problem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없이 명일의 종가를 최대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95%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의 정확도로 예측하였다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4698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43782"/>
            <a:ext cx="12192000" cy="1412745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000" dirty="0"/>
              <a:t>PROJECT – </a:t>
            </a:r>
            <a:r>
              <a:rPr lang="en-US" altLang="ko-KR" sz="4000" dirty="0" err="1"/>
              <a:t>SmartMirror</a:t>
            </a:r>
            <a:endParaRPr lang="en-US" altLang="ko-KR" sz="4000" dirty="0"/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200" dirty="0"/>
              <a:t>2020</a:t>
            </a:r>
            <a:endParaRPr lang="ko-KR" altLang="en-US" sz="12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192779" y="1741146"/>
            <a:ext cx="6683881" cy="4687321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>
              <a:lnSpc>
                <a:spcPct val="150000"/>
              </a:lnSpc>
            </a:pPr>
            <a:endParaRPr lang="ko-KR" altLang="en-US" sz="7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268BA74-94BA-42C9-A634-41DF6B00D591}"/>
              </a:ext>
            </a:extLst>
          </p:cNvPr>
          <p:cNvSpPr/>
          <p:nvPr/>
        </p:nvSpPr>
        <p:spPr>
          <a:xfrm>
            <a:off x="365395" y="2115328"/>
            <a:ext cx="633864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‘</a:t>
            </a:r>
            <a:r>
              <a:rPr lang="ko-KR" altLang="en-US" sz="1600" b="1" dirty="0"/>
              <a:t>연세 스마트 미러</a:t>
            </a:r>
            <a:r>
              <a:rPr lang="en-US" altLang="ko-KR" sz="1600" b="1" dirty="0"/>
              <a:t>‘ </a:t>
            </a:r>
            <a:r>
              <a:rPr lang="ko-KR" altLang="en-US" sz="1600" b="1" dirty="0"/>
              <a:t>개발 프로젝트</a:t>
            </a:r>
            <a:endParaRPr lang="en-US" altLang="ko-KR" sz="16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5D9E06-F1A7-4D02-B755-3CDB03AD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802" y="2257696"/>
            <a:ext cx="3022213" cy="41707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EA89634-BF2B-458F-918A-5EDC962CD9E7}"/>
              </a:ext>
            </a:extLst>
          </p:cNvPr>
          <p:cNvSpPr/>
          <p:nvPr/>
        </p:nvSpPr>
        <p:spPr>
          <a:xfrm>
            <a:off x="460644" y="3000206"/>
            <a:ext cx="5635356" cy="263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하루에 최소 한 번 이상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많게는 수십 번을 보게 되는 거울에 사용자가 필요한 정보들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시간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날씨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메일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주가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뉴스 등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을 출력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웹 스트리밍 및 모션감지를 통한 </a:t>
            </a:r>
            <a:r>
              <a:rPr lang="en-US" altLang="ko-KR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cctv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기능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거울의 화면을 통해 연예인의 화장이나 특정 제품의 화장을 미리 체험해볼 수 있도록 설계한 스마트 미러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latinLnBrk="0">
              <a:lnSpc>
                <a:spcPct val="150000"/>
              </a:lnSpc>
            </a:pPr>
            <a:r>
              <a:rPr lang="ko-KR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69B9B7-D8E0-4B1A-B0BA-154A8F260344}"/>
              </a:ext>
            </a:extLst>
          </p:cNvPr>
          <p:cNvSpPr/>
          <p:nvPr/>
        </p:nvSpPr>
        <p:spPr>
          <a:xfrm>
            <a:off x="8310356" y="1532497"/>
            <a:ext cx="3063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 err="1">
                <a:hlinkClick r:id="rId3"/>
              </a:rPr>
              <a:t>스마트미러</a:t>
            </a:r>
            <a:r>
              <a:rPr lang="ko-KR" altLang="en-US" sz="2400" dirty="0">
                <a:hlinkClick r:id="rId3"/>
              </a:rPr>
              <a:t> 시연영상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4624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2192000" cy="1146629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dir="54000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4800" kern="0" dirty="0">
                <a:solidFill>
                  <a:prstClr val="white">
                    <a:lumMod val="95000"/>
                  </a:prstClr>
                </a:solidFill>
              </a:rPr>
              <a:t>SKILLS &amp; INTERESTS</a:t>
            </a:r>
            <a:endParaRPr lang="ko-KR" altLang="en-US" sz="4800" kern="0" dirty="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82279FE-D2EA-4605-8677-6EF33C4B76F2}"/>
              </a:ext>
            </a:extLst>
          </p:cNvPr>
          <p:cNvSpPr/>
          <p:nvPr/>
        </p:nvSpPr>
        <p:spPr>
          <a:xfrm>
            <a:off x="7029838" y="2528754"/>
            <a:ext cx="4194875" cy="2064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Data Science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Web Programming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Deep Learning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Database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Machine Learning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ko-KR" altLang="en-US" sz="1200" dirty="0"/>
          </a:p>
        </p:txBody>
      </p:sp>
      <p:sp>
        <p:nvSpPr>
          <p:cNvPr id="119" name="모서리가 둥근 직사각형 171">
            <a:extLst>
              <a:ext uri="{FF2B5EF4-FFF2-40B4-BE49-F238E27FC236}">
                <a16:creationId xmlns:a16="http://schemas.microsoft.com/office/drawing/2014/main" id="{3356EF0A-5A8D-4D08-B0A6-6F86FCA431E1}"/>
              </a:ext>
            </a:extLst>
          </p:cNvPr>
          <p:cNvSpPr/>
          <p:nvPr/>
        </p:nvSpPr>
        <p:spPr>
          <a:xfrm>
            <a:off x="1562350" y="1942211"/>
            <a:ext cx="1411501" cy="405740"/>
          </a:xfrm>
          <a:prstGeom prst="roundRect">
            <a:avLst>
              <a:gd name="adj" fmla="val 50000"/>
            </a:avLst>
          </a:prstGeom>
          <a:solidFill>
            <a:srgbClr val="FFD9AD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SKILLS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1" name="모서리가 둥근 직사각형 171">
            <a:extLst>
              <a:ext uri="{FF2B5EF4-FFF2-40B4-BE49-F238E27FC236}">
                <a16:creationId xmlns:a16="http://schemas.microsoft.com/office/drawing/2014/main" id="{98986EB5-CC76-4EA3-8FF2-43EF53CABD3E}"/>
              </a:ext>
            </a:extLst>
          </p:cNvPr>
          <p:cNvSpPr/>
          <p:nvPr/>
        </p:nvSpPr>
        <p:spPr>
          <a:xfrm>
            <a:off x="7029838" y="1905906"/>
            <a:ext cx="1636558" cy="405740"/>
          </a:xfrm>
          <a:prstGeom prst="roundRect">
            <a:avLst>
              <a:gd name="adj" fmla="val 50000"/>
            </a:avLst>
          </a:prstGeom>
          <a:solidFill>
            <a:srgbClr val="FFD9AD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INTERESTS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4D9F642-79B8-455D-ADB3-2326F44CC61D}"/>
              </a:ext>
            </a:extLst>
          </p:cNvPr>
          <p:cNvSpPr/>
          <p:nvPr/>
        </p:nvSpPr>
        <p:spPr>
          <a:xfrm>
            <a:off x="1562350" y="2528754"/>
            <a:ext cx="4194875" cy="316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C, Python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C++, Java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JSP, </a:t>
            </a:r>
            <a:r>
              <a:rPr lang="en-US" altLang="ko-KR" sz="1500" dirty="0" err="1"/>
              <a:t>javascript</a:t>
            </a:r>
            <a:endParaRPr lang="en-US" altLang="ko-KR" sz="15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Database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Data analysis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 err="1"/>
              <a:t>Tensorflow</a:t>
            </a:r>
            <a:endParaRPr lang="en-US" altLang="ko-KR" sz="15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500" dirty="0"/>
              <a:t>Familiar with Windows, Linux OS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500" dirty="0"/>
              <a:t>컴퓨터활용능력 </a:t>
            </a:r>
            <a:r>
              <a:rPr lang="en-US" altLang="ko-KR" sz="1500" dirty="0"/>
              <a:t>1</a:t>
            </a:r>
            <a:r>
              <a:rPr lang="ko-KR" altLang="en-US" sz="1500" dirty="0"/>
              <a:t>급</a:t>
            </a:r>
            <a:endParaRPr lang="en-US" altLang="ko-KR" sz="15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500" dirty="0"/>
              <a:t>워드프로세서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42154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"/>
            <a:ext cx="11134165" cy="6858001"/>
          </a:xfrm>
          <a:prstGeom prst="rect">
            <a:avLst/>
          </a:prstGeom>
          <a:solidFill>
            <a:srgbClr val="90D6E0"/>
          </a:solidFill>
          <a:ln w="22225">
            <a:noFill/>
          </a:ln>
          <a:effectLst>
            <a:outerShdw dist="38100" algn="t" rotWithShape="0">
              <a:schemeClr val="tx1">
                <a:lumMod val="75000"/>
                <a:lumOff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5400" kern="0" dirty="0">
                <a:solidFill>
                  <a:prstClr val="white">
                    <a:lumMod val="95000"/>
                  </a:prstClr>
                </a:solidFill>
              </a:rPr>
              <a:t>감사합니다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4734965" y="4221423"/>
            <a:ext cx="1664233" cy="432471"/>
          </a:xfrm>
          <a:prstGeom prst="roundRect">
            <a:avLst>
              <a:gd name="adj" fmla="val 50000"/>
            </a:avLst>
          </a:prstGeom>
          <a:solidFill>
            <a:srgbClr val="FFD9AD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이주한</a:t>
            </a:r>
          </a:p>
        </p:txBody>
      </p:sp>
    </p:spTree>
    <p:extLst>
      <p:ext uri="{BB962C8B-B14F-4D97-AF65-F5344CB8AC3E}">
        <p14:creationId xmlns:p14="http://schemas.microsoft.com/office/powerpoint/2010/main" val="3419520743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470</Words>
  <Application>Microsoft Office PowerPoint</Application>
  <PresentationFormat>와이드스크린</PresentationFormat>
  <Paragraphs>91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이주한</cp:lastModifiedBy>
  <cp:revision>214</cp:revision>
  <dcterms:created xsi:type="dcterms:W3CDTF">2020-06-09T03:48:43Z</dcterms:created>
  <dcterms:modified xsi:type="dcterms:W3CDTF">2020-08-12T02:47:03Z</dcterms:modified>
</cp:coreProperties>
</file>